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f3dbaf0a034880" /><Relationship Type="http://schemas.openxmlformats.org/officeDocument/2006/relationships/extended-properties" Target="/docProps/app.xml" Id="Rd67653da34504164" /><Relationship Type="http://schemas.openxmlformats.org/officeDocument/2006/relationships/officeDocument" Target="/ppt/presentation.xml" Id="R6176536d65e7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6be43cc39d44e0"/>
  </p:sldMasterIdLst>
  <p:notesMasterIdLst>
    <p:notesMasterId xmlns:r="http://schemas.openxmlformats.org/officeDocument/2006/relationships" r:id="R9aecc81e897c43a4"/>
  </p:notesMasterIdLst>
  <p:sldIdLst>
    <p:sldId xmlns:r="http://schemas.openxmlformats.org/officeDocument/2006/relationships" id="256" r:id="Rca550b43234a49f2"/>
    <p:sldId xmlns:r="http://schemas.openxmlformats.org/officeDocument/2006/relationships" id="257" r:id="R07ba983cc1014d49"/>
    <p:sldId xmlns:r="http://schemas.openxmlformats.org/officeDocument/2006/relationships" id="258" r:id="Rc5ef3875e2ec4955"/>
    <p:sldId xmlns:r="http://schemas.openxmlformats.org/officeDocument/2006/relationships" id="259" r:id="Rf13ba648b4d94006"/>
    <p:sldId xmlns:r="http://schemas.openxmlformats.org/officeDocument/2006/relationships" id="260" r:id="R0a897e01282d42e7"/>
    <p:sldId xmlns:r="http://schemas.openxmlformats.org/officeDocument/2006/relationships" id="261" r:id="Rabc4bdaf22914106"/>
    <p:sldId xmlns:r="http://schemas.openxmlformats.org/officeDocument/2006/relationships" id="262" r:id="R20f81f70f4644aad"/>
    <p:sldId xmlns:r="http://schemas.openxmlformats.org/officeDocument/2006/relationships" id="263" r:id="R335c939c23f74143"/>
    <p:sldId xmlns:r="http://schemas.openxmlformats.org/officeDocument/2006/relationships" id="264" r:id="R7bbe3e0f934348d2"/>
    <p:sldId xmlns:r="http://schemas.openxmlformats.org/officeDocument/2006/relationships" id="265" r:id="R8eb80fa6b9d849c8"/>
    <p:sldId xmlns:r="http://schemas.openxmlformats.org/officeDocument/2006/relationships" id="266" r:id="R54b86cb33c9e40b7"/>
    <p:sldId xmlns:r="http://schemas.openxmlformats.org/officeDocument/2006/relationships" id="267" r:id="R5bfcbddc32614b63"/>
    <p:sldId xmlns:r="http://schemas.openxmlformats.org/officeDocument/2006/relationships" id="268" r:id="Ra52ba268379c4888"/>
    <p:sldId xmlns:r="http://schemas.openxmlformats.org/officeDocument/2006/relationships" id="269" r:id="Rfd57a09c262a4637"/>
    <p:sldId xmlns:r="http://schemas.openxmlformats.org/officeDocument/2006/relationships" id="270" r:id="Red3b1257695e4ba2"/>
    <p:sldId xmlns:r="http://schemas.openxmlformats.org/officeDocument/2006/relationships" id="271" r:id="R4b6f1644c1a84038"/>
    <p:sldId xmlns:r="http://schemas.openxmlformats.org/officeDocument/2006/relationships" id="272" r:id="R4d582a5c599a414c"/>
    <p:sldId xmlns:r="http://schemas.openxmlformats.org/officeDocument/2006/relationships" id="273" r:id="R372947c82df74fb6"/>
    <p:sldId xmlns:r="http://schemas.openxmlformats.org/officeDocument/2006/relationships" id="274" r:id="R5db50a81892445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68388146334754" /><Relationship Type="http://schemas.openxmlformats.org/officeDocument/2006/relationships/slideMaster" Target="/ppt/slideMasters/slideMaster1.xml" Id="R316be43cc39d44e0" /><Relationship Type="http://schemas.openxmlformats.org/officeDocument/2006/relationships/notesMaster" Target="/ppt/notesMasters/notesMaster1.xml" Id="R9aecc81e897c43a4" /><Relationship Type="http://schemas.openxmlformats.org/officeDocument/2006/relationships/presProps" Target="/ppt/presProps.xml" Id="R98ef421dd23f49f3" /><Relationship Type="http://schemas.openxmlformats.org/officeDocument/2006/relationships/tableStyles" Target="/ppt/tableStyles.xml" Id="R7abc9d537c1a4ba1" /><Relationship Type="http://schemas.openxmlformats.org/officeDocument/2006/relationships/slide" Target="/ppt/slides/slide1.xml" Id="Rca550b43234a49f2" /><Relationship Type="http://schemas.openxmlformats.org/officeDocument/2006/relationships/slide" Target="/ppt/slides/slide2.xml" Id="R07ba983cc1014d49" /><Relationship Type="http://schemas.openxmlformats.org/officeDocument/2006/relationships/slide" Target="/ppt/slides/slide3.xml" Id="Rc5ef3875e2ec4955" /><Relationship Type="http://schemas.openxmlformats.org/officeDocument/2006/relationships/slide" Target="/ppt/slides/slide4.xml" Id="Rf13ba648b4d94006" /><Relationship Type="http://schemas.openxmlformats.org/officeDocument/2006/relationships/slide" Target="/ppt/slides/slide5.xml" Id="R0a897e01282d42e7" /><Relationship Type="http://schemas.openxmlformats.org/officeDocument/2006/relationships/slide" Target="/ppt/slides/slide6.xml" Id="Rabc4bdaf22914106" /><Relationship Type="http://schemas.openxmlformats.org/officeDocument/2006/relationships/slide" Target="/ppt/slides/slide7.xml" Id="R20f81f70f4644aad" /><Relationship Type="http://schemas.openxmlformats.org/officeDocument/2006/relationships/slide" Target="/ppt/slides/slide8.xml" Id="R335c939c23f74143" /><Relationship Type="http://schemas.openxmlformats.org/officeDocument/2006/relationships/slide" Target="/ppt/slides/slide9.xml" Id="R7bbe3e0f934348d2" /><Relationship Type="http://schemas.openxmlformats.org/officeDocument/2006/relationships/slide" Target="/ppt/slides/slide10.xml" Id="R8eb80fa6b9d849c8" /><Relationship Type="http://schemas.openxmlformats.org/officeDocument/2006/relationships/slide" Target="/ppt/slides/slide11.xml" Id="R54b86cb33c9e40b7" /><Relationship Type="http://schemas.openxmlformats.org/officeDocument/2006/relationships/slide" Target="/ppt/slides/slide12.xml" Id="R5bfcbddc32614b63" /><Relationship Type="http://schemas.openxmlformats.org/officeDocument/2006/relationships/slide" Target="/ppt/slides/slide13.xml" Id="Ra52ba268379c4888" /><Relationship Type="http://schemas.openxmlformats.org/officeDocument/2006/relationships/slide" Target="/ppt/slides/slide14.xml" Id="Rfd57a09c262a4637" /><Relationship Type="http://schemas.openxmlformats.org/officeDocument/2006/relationships/slide" Target="/ppt/slides/slide15.xml" Id="Red3b1257695e4ba2" /><Relationship Type="http://schemas.openxmlformats.org/officeDocument/2006/relationships/slide" Target="/ppt/slides/slide16.xml" Id="R4b6f1644c1a84038" /><Relationship Type="http://schemas.openxmlformats.org/officeDocument/2006/relationships/slide" Target="/ppt/slides/slide17.xml" Id="R4d582a5c599a414c" /><Relationship Type="http://schemas.openxmlformats.org/officeDocument/2006/relationships/slide" Target="/ppt/slides/slide18.xml" Id="R372947c82df74fb6" /><Relationship Type="http://schemas.openxmlformats.org/officeDocument/2006/relationships/slide" Target="/ppt/slides/slide19.xml" Id="R5db50a818924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9518502ff4b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d24c63880149ba" /><Relationship Type="http://schemas.openxmlformats.org/officeDocument/2006/relationships/notesMaster" Target="/ppt/notesMasters/notesMaster1.xml" Id="Ra3d7cedcd8f8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d1f67937fd4b6e" /><Relationship Type="http://schemas.openxmlformats.org/officeDocument/2006/relationships/notesMaster" Target="/ppt/notesMasters/notesMaster1.xml" Id="R160888db6cda4c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f5481e036945ad" /><Relationship Type="http://schemas.openxmlformats.org/officeDocument/2006/relationships/notesMaster" Target="/ppt/notesMasters/notesMaster1.xml" Id="R3cdf7f0191dd4f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76bd0e13074c83" /><Relationship Type="http://schemas.openxmlformats.org/officeDocument/2006/relationships/notesMaster" Target="/ppt/notesMasters/notesMaster1.xml" Id="R92bc4ebca21f40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2d15a03b84ce1" /><Relationship Type="http://schemas.openxmlformats.org/officeDocument/2006/relationships/notesMaster" Target="/ppt/notesMasters/notesMaster1.xml" Id="R18e7b6395558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b640dfad24367" /><Relationship Type="http://schemas.openxmlformats.org/officeDocument/2006/relationships/notesMaster" Target="/ppt/notesMasters/notesMaster1.xml" Id="R11f896d278534a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c473bd31c04971" /><Relationship Type="http://schemas.openxmlformats.org/officeDocument/2006/relationships/notesMaster" Target="/ppt/notesMasters/notesMaster1.xml" Id="Re337727251dd4b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3e1582df2446eb" /><Relationship Type="http://schemas.openxmlformats.org/officeDocument/2006/relationships/notesMaster" Target="/ppt/notesMasters/notesMaster1.xml" Id="R56bf2ec9ca414f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b30f868304e20" /><Relationship Type="http://schemas.openxmlformats.org/officeDocument/2006/relationships/notesMaster" Target="/ppt/notesMasters/notesMaster1.xml" Id="R032edf19364d44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587fac4cee47d7" /><Relationship Type="http://schemas.openxmlformats.org/officeDocument/2006/relationships/notesMaster" Target="/ppt/notesMasters/notesMaster1.xml" Id="R451b255932474a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958dca813349d7" /><Relationship Type="http://schemas.openxmlformats.org/officeDocument/2006/relationships/notesMaster" Target="/ppt/notesMasters/notesMaster1.xml" Id="Rbad4282d077f4c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efca5842e143f6" /><Relationship Type="http://schemas.openxmlformats.org/officeDocument/2006/relationships/notesMaster" Target="/ppt/notesMasters/notesMaster1.xml" Id="R0494b51de3f14e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4a3692179b4a0e" /><Relationship Type="http://schemas.openxmlformats.org/officeDocument/2006/relationships/notesMaster" Target="/ppt/notesMasters/notesMaster1.xml" Id="R1e9f3d45800647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ee15211da8460f" /><Relationship Type="http://schemas.openxmlformats.org/officeDocument/2006/relationships/notesMaster" Target="/ppt/notesMasters/notesMaster1.xml" Id="R905e60673e2d45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f3f4b6618546e1" /><Relationship Type="http://schemas.openxmlformats.org/officeDocument/2006/relationships/notesMaster" Target="/ppt/notesMasters/notesMaster1.xml" Id="R4b8f5225ae4343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8bcd98f2764007" /><Relationship Type="http://schemas.openxmlformats.org/officeDocument/2006/relationships/notesMaster" Target="/ppt/notesMasters/notesMaster1.xml" Id="Redeec13cef7e4e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851e778699c455f" /><Relationship Type="http://schemas.openxmlformats.org/officeDocument/2006/relationships/notesMaster" Target="/ppt/notesMasters/notesMaster1.xml" Id="R529f26fe337545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bc3f183ec44e9a" /><Relationship Type="http://schemas.openxmlformats.org/officeDocument/2006/relationships/notesMaster" Target="/ppt/notesMasters/notesMaster1.xml" Id="R61e7eeb15fc44a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e3fe07263b4d5c" /><Relationship Type="http://schemas.openxmlformats.org/officeDocument/2006/relationships/notesMaster" Target="/ppt/notesMasters/notesMaster1.xml" Id="R77de9359e76d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c2f7888974f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af9132fea04af8" /><Relationship Type="http://schemas.openxmlformats.org/officeDocument/2006/relationships/slideLayout" Target="/ppt/slideLayouts/slideLayout1.xml" Id="Rc6998546f42848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998546f42848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e5c3cfc1045f4" /><Relationship Type="http://schemas.openxmlformats.org/officeDocument/2006/relationships/image" Target="/ppt/media/image.jpeg" Id="R3cadd5755c14487e" /><Relationship Type="http://schemas.openxmlformats.org/officeDocument/2006/relationships/notesSlide" Target="/ppt/notesSlides/notesSlide1.xml" Id="R3cfa7c4a609049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4dc9566ab46be" /><Relationship Type="http://schemas.openxmlformats.org/officeDocument/2006/relationships/image" Target="/ppt/media/image2.jpeg" Id="R328416adc8be4f50" /><Relationship Type="http://schemas.openxmlformats.org/officeDocument/2006/relationships/notesSlide" Target="/ppt/notesSlides/notesSlide2.xml" Id="Re454cdac908e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487e3dd934826" /><Relationship Type="http://schemas.openxmlformats.org/officeDocument/2006/relationships/image" Target="/ppt/media/image3.jpeg" Id="R3c6030551f9c435b" /><Relationship Type="http://schemas.openxmlformats.org/officeDocument/2006/relationships/notesSlide" Target="/ppt/notesSlides/notesSlide3.xml" Id="R50872b0ecf864b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bae9c3bda41bc" /><Relationship Type="http://schemas.openxmlformats.org/officeDocument/2006/relationships/image" Target="/ppt/media/image4.jpeg" Id="R53b0ac201eb2499b" /><Relationship Type="http://schemas.openxmlformats.org/officeDocument/2006/relationships/notesSlide" Target="/ppt/notesSlides/notesSlide4.xml" Id="R9c6a90335a06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5ae5b0b024c14" /><Relationship Type="http://schemas.openxmlformats.org/officeDocument/2006/relationships/image" Target="/ppt/media/image5.jpeg" Id="R02704979b7b643ee" /><Relationship Type="http://schemas.openxmlformats.org/officeDocument/2006/relationships/notesSlide" Target="/ppt/notesSlides/notesSlide5.xml" Id="R3ed90bf5553c44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75673ed484aa7" /><Relationship Type="http://schemas.openxmlformats.org/officeDocument/2006/relationships/image" Target="/ppt/media/image6.jpeg" Id="Rbcd5fa8d17c2459f" /><Relationship Type="http://schemas.openxmlformats.org/officeDocument/2006/relationships/notesSlide" Target="/ppt/notesSlides/notesSlide6.xml" Id="R916d60dd143b44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3bdd6966e465d" /><Relationship Type="http://schemas.openxmlformats.org/officeDocument/2006/relationships/image" Target="/ppt/media/image7.jpeg" Id="Rb8c953f836584407" /><Relationship Type="http://schemas.openxmlformats.org/officeDocument/2006/relationships/notesSlide" Target="/ppt/notesSlides/notesSlide7.xml" Id="R8b3d795a8bdf44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68335f3374517" /><Relationship Type="http://schemas.openxmlformats.org/officeDocument/2006/relationships/image" Target="/ppt/media/image8.jpeg" Id="R1f24963022cc4fcc" /><Relationship Type="http://schemas.openxmlformats.org/officeDocument/2006/relationships/notesSlide" Target="/ppt/notesSlides/notesSlide8.xml" Id="Rb7221423951340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c1791e6374556" /><Relationship Type="http://schemas.openxmlformats.org/officeDocument/2006/relationships/image" Target="/ppt/media/image9.jpeg" Id="R66abef0c63f74169" /><Relationship Type="http://schemas.openxmlformats.org/officeDocument/2006/relationships/notesSlide" Target="/ppt/notesSlides/notesSlide9.xml" Id="R3925605592724c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f7ac72b0d4450" /><Relationship Type="http://schemas.openxmlformats.org/officeDocument/2006/relationships/image" Target="/ppt/media/image10.jpeg" Id="R14f4710acd284a34" /><Relationship Type="http://schemas.openxmlformats.org/officeDocument/2006/relationships/notesSlide" Target="/ppt/notesSlides/notesSlide10.xml" Id="Rd57ed1746a8045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a35cb8c0f4165" /><Relationship Type="http://schemas.openxmlformats.org/officeDocument/2006/relationships/image" Target="/ppt/media/image11.jpeg" Id="Rec7b73a6ce66461e" /><Relationship Type="http://schemas.openxmlformats.org/officeDocument/2006/relationships/notesSlide" Target="/ppt/notesSlides/notesSlide11.xml" Id="R79965bcd837940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371e3365d497a" /><Relationship Type="http://schemas.openxmlformats.org/officeDocument/2006/relationships/image" Target="/ppt/media/image12.jpeg" Id="R7ca1011fedea484c" /><Relationship Type="http://schemas.openxmlformats.org/officeDocument/2006/relationships/notesSlide" Target="/ppt/notesSlides/notesSlide12.xml" Id="R98de93e7da674d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28f49056d433a" /><Relationship Type="http://schemas.openxmlformats.org/officeDocument/2006/relationships/image" Target="/ppt/media/image13.jpeg" Id="Re0a8a7910f0741ff" /><Relationship Type="http://schemas.openxmlformats.org/officeDocument/2006/relationships/notesSlide" Target="/ppt/notesSlides/notesSlide13.xml" Id="R3323f7b173ae45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a09ab0d22417a" /><Relationship Type="http://schemas.openxmlformats.org/officeDocument/2006/relationships/image" Target="/ppt/media/image14.jpeg" Id="R0692d2febd614305" /><Relationship Type="http://schemas.openxmlformats.org/officeDocument/2006/relationships/notesSlide" Target="/ppt/notesSlides/notesSlide14.xml" Id="R7379dfee9cf143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2b845d4734a3b" /><Relationship Type="http://schemas.openxmlformats.org/officeDocument/2006/relationships/image" Target="/ppt/media/image15.jpeg" Id="R611db387a7414ec9" /><Relationship Type="http://schemas.openxmlformats.org/officeDocument/2006/relationships/notesSlide" Target="/ppt/notesSlides/notesSlide15.xml" Id="R6539365b445d4f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24cfba96d4410" /><Relationship Type="http://schemas.openxmlformats.org/officeDocument/2006/relationships/image" Target="/ppt/media/image16.jpeg" Id="Rde0ed08114f64059" /><Relationship Type="http://schemas.openxmlformats.org/officeDocument/2006/relationships/notesSlide" Target="/ppt/notesSlides/notesSlide16.xml" Id="R80727b30726f4e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90cdf910549dd" /><Relationship Type="http://schemas.openxmlformats.org/officeDocument/2006/relationships/image" Target="/ppt/media/image17.jpeg" Id="R255ba13b2f6d4949" /><Relationship Type="http://schemas.openxmlformats.org/officeDocument/2006/relationships/notesSlide" Target="/ppt/notesSlides/notesSlide17.xml" Id="R8f8128c479f54a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56f2d9f0f4f4a" /><Relationship Type="http://schemas.openxmlformats.org/officeDocument/2006/relationships/image" Target="/ppt/media/image18.jpeg" Id="Rc0ab5f5fafe84b64" /><Relationship Type="http://schemas.openxmlformats.org/officeDocument/2006/relationships/notesSlide" Target="/ppt/notesSlides/notesSlide18.xml" Id="Rbade54db1e6a4b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d612832df4ebf" /><Relationship Type="http://schemas.openxmlformats.org/officeDocument/2006/relationships/image" Target="/ppt/media/image19.jpeg" Id="R3b57b93b02464f15" /><Relationship Type="http://schemas.openxmlformats.org/officeDocument/2006/relationships/notesSlide" Target="/ppt/notesSlides/notesSlide19.xml" Id="R632eb2a8127245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3A882E-E17B-4073-A52B-05B6A89F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WeatherWise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AC504-BD58-4BF0-BD06-1426ED0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55555"/>
                </a:solidFill>
              </a:defRPr>
            </a:pPr>
            <a:r>
              <a:rPr sz="1950">
                <a:solidFill>
                  <a:srgbClr val="555555"/>
                </a:solidFill>
              </a:rPr>
              <a:t>Shareable web app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C5219-D42F-4A6F-B6D5-E583FE21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150FB-F59B-4339-965E-ED340A1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22222"/>
                </a:solidFill>
              </a:defRPr>
            </a:pPr>
            <a:r>
              <a:rPr sz="2100">
                <a:solidFill>
                  <a:srgbClr val="222222"/>
                </a:solidFill>
              </a:rPr>
              <a:t>The deck captures the complete app journey: the main story/game flow, the build simulation, every tutorial step, and the final play mode.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98333-52BF-4DFC-A3F0-3BC1AF85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18 captured app screens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dd5755c1448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2781300"/>
            <a:ext cx="3981450" cy="2238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394AC-75F4-4905-909E-2E7E3D0C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9814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01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73417-D35D-49B8-B389-666C19B2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Story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4A822-5A59-44E6-A464-17AFCA4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MAIN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56C43-267B-4BCD-AEA0-31A7C70E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416adc8be4f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C60BE-D3E5-4E79-B517-B513D29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02 / 19</a:t>
            </a:r>
          </a:p>
        </p:txBody>
      </p:sp>
    </p:spTree>
    <p:extLst>
      <p:ext uri="{BB962C8B-B14F-4D97-AF65-F5344CB8AC3E}">
        <p14:creationId xmlns:p14="http://schemas.microsoft.com/office/powerpoint/2010/main" val="1710557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618D6-FA87-4748-9A78-1563C64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Feel the 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10C2-403A-4546-9EE0-1D3DE853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MAIN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390A6-F5F2-4E9F-8C78-7617A7D1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030551f9c43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E889D-C235-4306-91B7-5A42CCE3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03 / 19</a:t>
            </a:r>
          </a:p>
        </p:txBody>
      </p:sp>
    </p:spTree>
    <p:extLst>
      <p:ext uri="{BB962C8B-B14F-4D97-AF65-F5344CB8AC3E}">
        <p14:creationId xmlns:p14="http://schemas.microsoft.com/office/powerpoint/2010/main" val="100360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BC578-9576-4056-8208-F6C28D1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Complete the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008EE-3299-4A83-9879-C1923EEC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MAIN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D1B1B-E96B-4530-B6CF-1585B658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0ac201eb249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DE6FF-874E-4CBA-96C2-17E0228C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04 / 19</a:t>
            </a:r>
          </a:p>
        </p:txBody>
      </p:sp>
    </p:spTree>
    <p:extLst>
      <p:ext uri="{BB962C8B-B14F-4D97-AF65-F5344CB8AC3E}">
        <p14:creationId xmlns:p14="http://schemas.microsoft.com/office/powerpoint/2010/main" val="1673223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849B8-B64C-40B6-9124-568E254D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Match machine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7AB1B-191B-4675-A3B9-0155AB3E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MAIN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BAEF4-E212-4E4B-BA31-E1DD4EFE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04979b7b643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AA5A2-EFA6-4BE4-A75F-7986EFCB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05 / 19</a:t>
            </a:r>
          </a:p>
        </p:txBody>
      </p:sp>
    </p:spTree>
    <p:extLst>
      <p:ext uri="{BB962C8B-B14F-4D97-AF65-F5344CB8AC3E}">
        <p14:creationId xmlns:p14="http://schemas.microsoft.com/office/powerpoint/2010/main" val="53985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13AE8-D977-4C05-9711-31BB341A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the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6F2C5-D645-46DF-A433-6318F6C2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MAIN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7F2F9-B850-438E-BC57-32C781FA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5fa8d17c245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0971D-418E-419F-B17C-0DB2747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06 / 19</a:t>
            </a:r>
          </a:p>
        </p:txBody>
      </p:sp>
    </p:spTree>
    <p:extLst>
      <p:ext uri="{BB962C8B-B14F-4D97-AF65-F5344CB8AC3E}">
        <p14:creationId xmlns:p14="http://schemas.microsoft.com/office/powerpoint/2010/main" val="1314550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486AA4-A549-41C0-AD1F-40DCF7D6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Simulation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F9D37-066B-4AEF-B4B1-626B2AB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MAIN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E5E2F-015B-40C3-BFA3-856F37B7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953f8365844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CF16D-5FC1-4996-9FB0-38E167D9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07 / 19</a:t>
            </a:r>
          </a:p>
        </p:txBody>
      </p:sp>
    </p:spTree>
    <p:extLst>
      <p:ext uri="{BB962C8B-B14F-4D97-AF65-F5344CB8AC3E}">
        <p14:creationId xmlns:p14="http://schemas.microsoft.com/office/powerpoint/2010/main" val="1413942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FA155-4E17-4811-9420-02EFEED6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Outro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04566-C912-46E3-B437-94A81B0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MAIN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BF848-8539-45BD-92F6-AE2115EC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4963022cc4f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1BF4B-6EFC-4524-BCB2-99E4E591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08 / 19</a:t>
            </a:r>
          </a:p>
        </p:txBody>
      </p:sp>
    </p:spTree>
    <p:extLst>
      <p:ext uri="{BB962C8B-B14F-4D97-AF65-F5344CB8AC3E}">
        <p14:creationId xmlns:p14="http://schemas.microsoft.com/office/powerpoint/2010/main" val="1278749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1D52A-E1F2-4BDC-BF58-583B85B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Simulation intro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5CEA9-2960-404C-9765-4ADF4F15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08276-C094-4E2C-8E26-A9F8494C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bef0c63f741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6A15F-EE8F-450C-B375-BCC43FD2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09 / 19</a:t>
            </a:r>
          </a:p>
        </p:txBody>
      </p:sp>
    </p:spTree>
    <p:extLst>
      <p:ext uri="{BB962C8B-B14F-4D97-AF65-F5344CB8AC3E}">
        <p14:creationId xmlns:p14="http://schemas.microsoft.com/office/powerpoint/2010/main" val="1495382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ECD64-09C9-41EA-A0CB-587F7A52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1: Open the house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6BDCA-EEC7-445B-A99C-2181DE8A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91F2E-44D7-446E-B4CA-A2CC325E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4710acd284a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44FD3-447E-4665-97E3-2FC6D73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4948160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4E6BC-3B76-41F8-83AF-A97015A9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2: Place the servo motor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B34CE-F9C4-47BB-AAD6-73689AEE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5CD19-BB05-400C-B7A3-B509CDB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b73a6ce6646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A5824-49EA-4D5D-8A9B-D4A3A9C3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988467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39899-89F3-4BD5-B79F-BBCAA3A4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3: Attach the straw 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E048F-27E8-4FEB-8F60-A3150CA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173F-954E-48A0-9538-E6F2953C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1011fedea48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F06CC-A7DD-49E2-A0CC-CDCB4ED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11769553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6A691-A060-4B23-A458-07838602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4: Place rain sensor outside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DE505-27C5-47E0-A9F5-DEAE3DB1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EC7AD-B8AF-4B61-8606-F7575F50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8a7910f0741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17EBB-0BA4-4557-9B7D-256E6C09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5753919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F4277-92A2-4D43-BE4C-E4BAAEB8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5: Mount the Arduino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7E4AA-078B-4BFF-ADF2-3EB2528D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90FD4-10CE-4316-BAED-5784910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2d2febd6143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7CA06-A068-4B8D-9076-DAE496D8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13232016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46DE4-2589-4AB3-8E12-7955C3CD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6: Insert the battery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FE835-FFE2-425B-8AB8-44E7C8DA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1AE69-2532-4B71-8491-26B837B4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db387a7414e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8D892-9645-454C-890C-BF373DB3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5863103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C66F7-6C6C-4866-9FA0-09D664EC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7: Connect the wires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6F307-6FA9-445B-8BA3-FD1F9E99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F234A-E5B1-4B49-8810-0EACE373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ed08114f640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E5E02-7654-4162-A518-75D8A59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17387583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0F886-1F5D-4D89-8DAD-8E0E3EF5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8: It is working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FCA9D-AFEA-4876-9D68-002EC3D7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B0029-4075-49A6-8319-0F8D6CBE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ba13b2f6d49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A915D-DA4B-48F7-ADF1-76AB7969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14290216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544EF-DACF-473B-9F70-6B4A654D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Build step 9: All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B93A2-88BE-4616-9855-AA6215C3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F4EE1-175E-4876-95C4-E1E68C9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b5f5fafe84b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817AB-20F1-4056-B315-18EA1C5B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20346927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482BE2-7848-46D4-B6AD-62F0B4DD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Final play mode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F3238-3288-4951-B64A-BEED1AC6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FE300-FD74-439C-A03C-C497B1E1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7b93b02464f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723900"/>
            <a:ext cx="10820400" cy="6086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18691-3301-4963-8207-726F245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1251201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2026-06-29T09:04:32.8190000Z</dcterms:created>
  <dcterms:modified xsi:type="dcterms:W3CDTF">2026-06-29T09:04:32.8190000Z</dcterms:modified>
</coreProperties>
</file>